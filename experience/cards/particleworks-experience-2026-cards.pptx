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What's New in Particleworks 9.0 and Granuleworks 4.0</a:t>
            </a:r>
          </a:p>
        </p:txBody>
      </p:sp>
      <p:pic>
        <p:nvPicPr>
          <p:cNvPr id="9" name="Picture 8" descr="av_iori-sa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PROMETECH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Iori Saigo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Officina Sans Bold"/>
              </a:rPr>
              <a:t>Verification of Heat Transfer Coefficient in Particleworks for Bearings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2440"/>
            <a:ext cx="3520440" cy="2834640"/>
          </a:xfrm>
          <a:prstGeom prst="rect">
            <a:avLst/>
          </a:prstGeom>
        </p:spPr>
      </p:pic>
      <p:pic>
        <p:nvPicPr>
          <p:cNvPr id="10" name="Picture 9" descr="av_L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03120" y="4495800"/>
            <a:ext cx="262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953000"/>
            <a:ext cx="262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2440"/>
            <a:ext cx="3520440" cy="283464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03120" y="4495800"/>
            <a:ext cx="262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953000"/>
            <a:ext cx="262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2440"/>
            <a:ext cx="3520440" cy="283464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03120" y="4495800"/>
            <a:ext cx="262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953000"/>
            <a:ext cx="262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01040"/>
            <a:ext cx="42672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2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31292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4495800"/>
            <a:ext cx="6355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953000"/>
            <a:ext cx="6355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8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467599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955279"/>
            <a:ext cx="4267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351520"/>
            <a:ext cx="426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2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